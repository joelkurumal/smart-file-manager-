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.png"/><Relationship Id="rId12" Type="http://schemas.openxmlformats.org/officeDocument/2006/relationships/image" Target="../media/image-5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751335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File Sort Explorer: Smart File Organization System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3023592"/>
            <a:ext cx="4722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Python &amp; Streamlit-powered solution for automatic file organization and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914846"/>
            <a:ext cx="4722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925119" y="1657276"/>
            <a:ext cx="2290465" cy="1399059"/>
          </a:xfrm>
          <a:prstGeom prst="roundRect">
            <a:avLst>
              <a:gd name="adj" fmla="val 4256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81165" y="1813322"/>
            <a:ext cx="197837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🗂️</a:t>
            </a:r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Messy Folders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81165" y="2163291"/>
            <a:ext cx="1978372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Disorganized directories make it nearly impossible to locate files quickly.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657276"/>
            <a:ext cx="2290539" cy="1399059"/>
          </a:xfrm>
          <a:prstGeom prst="roundRect">
            <a:avLst>
              <a:gd name="adj" fmla="val 4256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3388" y="1813322"/>
            <a:ext cx="197844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⏱️</a:t>
            </a:r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Wasted 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13388" y="2163291"/>
            <a:ext cx="197844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Hours lost manually searching through cluttered file systems every week.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8093"/>
            <a:ext cx="4722763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1165" y="3354139"/>
            <a:ext cx="441067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🚫</a:t>
            </a:r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No Automation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81165" y="3704109"/>
            <a:ext cx="4410670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Files pile up with no automatic organization to keep things in order.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800" y="518964"/>
            <a:ext cx="2400151" cy="1692399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83" y="2293739"/>
            <a:ext cx="5043785" cy="233079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61013" y="1404714"/>
            <a:ext cx="2691557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spc="-2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Solution</a:t>
            </a:r>
            <a:endParaRPr lang="en-US" sz="2300" dirty="0"/>
          </a:p>
        </p:txBody>
      </p:sp>
      <p:sp>
        <p:nvSpPr>
          <p:cNvPr id="5" name="Shape 1"/>
          <p:cNvSpPr/>
          <p:nvPr/>
        </p:nvSpPr>
        <p:spPr>
          <a:xfrm>
            <a:off x="5961013" y="1867942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987728" y="1868314"/>
            <a:ext cx="175766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spc="-14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263432" y="1899717"/>
            <a:ext cx="238913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Organize Automatically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263432" y="2163291"/>
            <a:ext cx="2389138" cy="227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Files are sorted without any manual effort — just point and go.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961013" y="2537296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87728" y="2537668"/>
            <a:ext cx="175766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spc="-14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263432" y="2569071"/>
            <a:ext cx="238913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Categorize by Type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263432" y="2832646"/>
            <a:ext cx="2389138" cy="227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Documents, images, videos, and more are grouped intelligently by file type.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961013" y="3206651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87728" y="3207023"/>
            <a:ext cx="175766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spc="-14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263432" y="3238426"/>
            <a:ext cx="238913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Quick &amp; Easy Access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263432" y="3502000"/>
            <a:ext cx="2389138" cy="227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what you need instantly with a clean, structured layout.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8621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Technologies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5196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83507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Python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96119" y="2333476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logic powering the file scanning, categorization, and duplicate detection engine.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45196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983507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272433" y="2333476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the interactive, browser-based user interface with minimal setup required.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45196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983507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OS Module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048747" y="2333476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all file system operations — reading, traversing, and managing directories.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69741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701281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Shutil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96119" y="4051250"/>
            <a:ext cx="259913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files to diff category Folders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169741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701281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Hashlib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3272433" y="4051250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identify duplicate files using hash value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48747" y="3169741"/>
            <a:ext cx="354360" cy="35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48747" y="3701281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Send2Trash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048747" y="4051250"/>
            <a:ext cx="2599134" cy="453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Saftely move deleted files to 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Recycle bin(without Permenant Del)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109"/>
            <a:ext cx="8151763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50" spc="-27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Features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54298"/>
            <a:ext cx="4027289" cy="11578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9330" y="1138833"/>
            <a:ext cx="140866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9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7757" y="1523851"/>
            <a:ext cx="376401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-13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Upload Folder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7757" y="1801490"/>
            <a:ext cx="3764012" cy="2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any local folder to begin the organization process instantly.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592" y="1054298"/>
            <a:ext cx="4027289" cy="11578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3804" y="1138833"/>
            <a:ext cx="140866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9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752231" y="1523851"/>
            <a:ext cx="376401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-13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 Categorization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752231" y="1801490"/>
            <a:ext cx="3764012" cy="2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Files are automatically sorted into categories based on their extensions.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09366"/>
            <a:ext cx="4027289" cy="11578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39330" y="2393900"/>
            <a:ext cx="140866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9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27757" y="2778919"/>
            <a:ext cx="376401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-13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Search Files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27757" y="3056558"/>
            <a:ext cx="3764012" cy="2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Quickly locate any file across all categories with a built-in search tool.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0592" y="2309366"/>
            <a:ext cx="4027289" cy="115788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63804" y="2393900"/>
            <a:ext cx="140866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9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752231" y="2778919"/>
            <a:ext cx="376401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-13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Duplicate Detection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752231" y="3056558"/>
            <a:ext cx="3764012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Identifies duplicate files to help keep storage clean.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564434"/>
            <a:ext cx="4027289" cy="115788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39330" y="3648968"/>
            <a:ext cx="140866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9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27757" y="4033986"/>
            <a:ext cx="376401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-13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Delete Duplicates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27757" y="4311625"/>
            <a:ext cx="3764012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deletes duplicate file </a:t>
            </a:r>
            <a:endParaRPr lang="en-US" sz="9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20592" y="3564434"/>
            <a:ext cx="4027289" cy="115788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63804" y="3648968"/>
            <a:ext cx="140866" cy="183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9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752231" y="4033986"/>
            <a:ext cx="376401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-13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Restore Deleted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4752231" y="4311625"/>
            <a:ext cx="3764012" cy="2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Restores deleted from temporary bin in case we need the file again.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02"/>
            <a:ext cx="8151763" cy="422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50" spc="-2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Workflow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95735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2955449"/>
            <a:ext cx="1210397" cy="26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Analyse ,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2441329" y="3281716"/>
            <a:ext cx="1210397" cy="26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Categorize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441329" y="3607983"/>
            <a:ext cx="1210397" cy="26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&amp;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441329" y="3934250"/>
            <a:ext cx="1210397" cy="26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Search Files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49316" y="3228563"/>
            <a:ext cx="1210397" cy="52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Restore Deleted Files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1193" y="1313458"/>
            <a:ext cx="1210397" cy="52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Upload Folder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91193" y="1903287"/>
            <a:ext cx="1210397" cy="316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 folder to start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53279" y="1639725"/>
            <a:ext cx="1210397" cy="52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Implement changes into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053279" y="2229554"/>
            <a:ext cx="1210397" cy="26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main Folder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014612" y="1313458"/>
            <a:ext cx="1210397" cy="52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Find Duplicates &amp;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014612" y="1903287"/>
            <a:ext cx="1210397" cy="26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Delete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014612" y="2229554"/>
            <a:ext cx="1210397" cy="26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spc="-1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Duplicates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96119" y="4618062"/>
            <a:ext cx="8608963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80604"/>
            <a:ext cx="8151763" cy="35822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7833"/>
            <a:ext cx="8151763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550" b="1" spc="-2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Design Highlights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2073994"/>
            <a:ext cx="212601" cy="212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065213"/>
            <a:ext cx="352655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Simple UI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56816" y="2415183"/>
            <a:ext cx="352655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uncluttered layout 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684" y="2073994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065213"/>
            <a:ext cx="3526631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Sidebar Navigation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121250" y="2415183"/>
            <a:ext cx="3526631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Easy access to all sections from a persistent sidebar.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50" y="3075980"/>
            <a:ext cx="212601" cy="212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3067199"/>
            <a:ext cx="352655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Category View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56816" y="3417168"/>
            <a:ext cx="352655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Browse files grouped by type in a structured display.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3684" y="3075980"/>
            <a:ext cx="212601" cy="212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3067199"/>
            <a:ext cx="3526631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Beginner Friendly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121250" y="3417168"/>
            <a:ext cx="3526631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beginner can understand and use this easily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035" y="605730"/>
            <a:ext cx="2621979" cy="39319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6347" y="561231"/>
            <a:ext cx="3826222" cy="504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50" spc="-3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</a:t>
            </a:r>
            <a:endParaRPr lang="en-US" sz="3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6347" y="1211089"/>
            <a:ext cx="3826222" cy="10324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56659" y="1365200"/>
            <a:ext cx="3441799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Simple &amp; Effective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056659" y="1746424"/>
            <a:ext cx="3441799" cy="343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lightweight tool that solves a real, everyday problem without complexity.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347" y="2372320"/>
            <a:ext cx="3826222" cy="10324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56659" y="2526432"/>
            <a:ext cx="3441799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Saves Time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056659" y="2907655"/>
            <a:ext cx="3441799" cy="343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Eliminates manual sorting so users can focus on what matters most.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6347" y="3533552"/>
            <a:ext cx="3826222" cy="10324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56659" y="3687663"/>
            <a:ext cx="3441799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Easy to Extend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5056659" y="4068887"/>
            <a:ext cx="3441799" cy="343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Python codebase makes it straightforward to add new features.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2026-08-08T10:02:09Z</dcterms:created>
  <dcterms:modified xsi:type="dcterms:W3CDTF">2026-08-08T10:02:09Z</dcterms:modified>
</cp:coreProperties>
</file>